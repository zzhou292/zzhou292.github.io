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08"/>
    <p:restoredTop sz="94667"/>
  </p:normalViewPr>
  <p:slideViewPr>
    <p:cSldViewPr snapToGrid="0">
      <p:cViewPr>
        <p:scale>
          <a:sx n="109" d="100"/>
          <a:sy n="109" d="100"/>
        </p:scale>
        <p:origin x="62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E4A62E-BF39-4B44-A270-E8C817BA245D}" type="datetimeFigureOut">
              <a:rPr lang="en-US" smtClean="0"/>
              <a:t>5/16/26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7D397-9987-F348-9DC5-969480329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5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7D397-9987-F348-9DC5-9694803291C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42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FF965-A7D3-3B5F-981D-B114D615E0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1BE28F-4E87-9A0D-4EDE-95E6F685C6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E5B38-A590-EEC2-757C-9EBE47264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765CA-DE0D-9A4C-9FC3-D6B1D100E896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038FE-210D-D463-3CEA-7706F5EFF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D3BC3-B48C-E5AE-2213-3AB011F64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1010-2C28-7A4E-BE37-7F4213EAA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141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4E940-EFFF-26DA-81B7-66C9CCA2D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6779B-1D86-6EB3-ABC5-D2A7E068C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C9694-DD41-F74F-2ECA-66895E1EC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765CA-DE0D-9A4C-9FC3-D6B1D100E896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04755-4130-4765-F5A5-C775BB840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65154-B1F5-EFCB-5980-6C3FB292D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1010-2C28-7A4E-BE37-7F4213EAA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238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8B43C-EEB9-D8CD-3444-B1257DA84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DE7AA-5476-1918-9B45-6BD0DBEDF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503B3-24F7-970D-EA80-3A677C559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765CA-DE0D-9A4C-9FC3-D6B1D100E896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3BE5B-9850-F1D1-6C65-022D8EC29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8438B-6418-1364-4AAF-7DAA229F2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1010-2C28-7A4E-BE37-7F4213EAA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139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E152D-CDC7-2172-1CB7-77C127E2E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FBAD6-1E4D-F39E-4B83-629953AE73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3D6B8B-83EA-4B65-8E6E-F6F25580E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970C52-83CB-39AC-474E-512B3EAAA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765CA-DE0D-9A4C-9FC3-D6B1D100E896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E86E2-C9A8-0B4A-6871-07C4032BC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B8C8E-80DA-431E-8D3C-AF84C2DD0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1010-2C28-7A4E-BE37-7F4213EAA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541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7746B-5B81-7CF2-B15F-D91C2F3A9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B80D3-B55C-FB78-01D0-44EE97AB9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260856-4D22-14D0-1A07-EC4612F046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8AD1E4-77DB-564B-E90F-847DFFB88E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46F34E-D510-9FF0-AE1A-5699F312EA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2B4740-175C-8980-0E96-D52198EAC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765CA-DE0D-9A4C-9FC3-D6B1D100E896}" type="datetimeFigureOut">
              <a:rPr lang="en-US" smtClean="0"/>
              <a:t>5/16/26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5361D4-BDFE-7EDA-55A8-392C5B2D9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94079A-7295-9753-81FA-DAC5D191C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1010-2C28-7A4E-BE37-7F4213EAA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32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049AC-B05A-6E78-BD26-5AB7EEE4F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82BAA7-3524-86F8-0D82-523038D64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765CA-DE0D-9A4C-9FC3-D6B1D100E896}" type="datetimeFigureOut">
              <a:rPr lang="en-US" smtClean="0"/>
              <a:t>5/16/26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3C28EA-09EF-B8CD-4766-8A2764F5A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010458-5675-965D-6FED-059693196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1010-2C28-7A4E-BE37-7F4213EAA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915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887AF2-3AD1-DD2E-69B5-212D042EA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765CA-DE0D-9A4C-9FC3-D6B1D100E896}" type="datetimeFigureOut">
              <a:rPr lang="en-US" smtClean="0"/>
              <a:t>5/16/26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7264BA-59A3-2392-F4EA-096159FDC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6F2F7-6880-6035-64F1-13397DE37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1010-2C28-7A4E-BE37-7F4213EAA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142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392B8-60D9-36FE-245D-6838E662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E9247-4EDB-6A40-6D89-543705790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4340F1-7956-CBDF-10E1-4DFDC7D0F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766E4-872B-ED15-FB7C-6220C4A5B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765CA-DE0D-9A4C-9FC3-D6B1D100E896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30CFE-8B46-A46D-34CC-AD08A1A7A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7436A-76CF-5020-EB6A-00FE3EE94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1010-2C28-7A4E-BE37-7F4213EAA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769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68E7C-DD5E-5F6E-3109-2520B6C2C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39869E-2942-4964-22FD-45C7090DF8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85B861-11B0-532E-20E4-33DD9E818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05EC6-9970-DD4E-DC4B-D1E0AF149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765CA-DE0D-9A4C-9FC3-D6B1D100E896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3505B-31A7-3AF3-94F7-1E43D2C4B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9F6B4-6F95-44DD-1E43-375370CE7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1010-2C28-7A4E-BE37-7F4213EAA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626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9A202-A82A-8DA3-F7DA-287D5B0DA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1D9C84-20B9-7072-DF0F-C4D01AEB6A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78C87-CC48-7A27-A21D-55E7B060B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765CA-DE0D-9A4C-9FC3-D6B1D100E896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B99DD-05FC-4D1E-A3DF-E1857F609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1282D-3B37-7A67-1A4E-60233B231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1010-2C28-7A4E-BE37-7F4213EAA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062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48A644-4629-B4E3-3859-11993989D5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BCF1BE-AA83-D7F4-A97B-ECF31CBE5C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76247-41EE-0D8F-1482-A11336B9C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765CA-DE0D-9A4C-9FC3-D6B1D100E896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41FC7-1EA3-79F2-5D35-810A4321D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71B6-5E66-B80D-F9C6-4B40494E3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1010-2C28-7A4E-BE37-7F4213EAA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843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6EC7D6-38EC-9600-EFF3-9CBE35E5D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93DAB-9AF5-DC21-9EAE-A76148AC7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4CC27-69B5-69CE-56DC-15AF5F3309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7765CA-DE0D-9A4C-9FC3-D6B1D100E896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048DC-B4B1-DC97-4D99-41199EF148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19B41-5DE2-A756-E0E2-F318E23BAC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061010-2C28-7A4E-BE37-7F4213EAA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778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1.jp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microsoft.com/office/2007/relationships/hdphoto" Target="../media/hdphoto1.wdp"/><Relationship Id="rId15" Type="http://schemas.openxmlformats.org/officeDocument/2006/relationships/image" Target="../media/image12.sv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svg"/><Relationship Id="rId1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3EEFDC-BAC8-5C49-8840-2C3A1A1E0900}"/>
              </a:ext>
            </a:extLst>
          </p:cNvPr>
          <p:cNvSpPr txBox="1"/>
          <p:nvPr/>
        </p:nvSpPr>
        <p:spPr>
          <a:xfrm>
            <a:off x="3049859" y="3244334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D1D1CF-4B8B-A186-3A67-2EEBDD61012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-150057" y="-84407"/>
            <a:ext cx="12492114" cy="70268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766337-4FD4-564A-6699-91210E0207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1111" l="10000" r="90500">
                        <a14:foregroundMark x1="30167" y1="28667" x2="30167" y2="28667"/>
                        <a14:foregroundMark x1="13833" y1="75111" x2="13833" y2="75111"/>
                        <a14:foregroundMark x1="26333" y1="75556" x2="26333" y2="75556"/>
                        <a14:foregroundMark x1="42500" y1="80222" x2="42500" y2="80222"/>
                        <a14:foregroundMark x1="49500" y1="81333" x2="49500" y2="81333"/>
                        <a14:foregroundMark x1="66167" y1="81333" x2="66167" y2="81333"/>
                        <a14:foregroundMark x1="67333" y1="76444" x2="67333" y2="76444"/>
                        <a14:foregroundMark x1="66167" y1="74889" x2="66167" y2="84889"/>
                        <a14:foregroundMark x1="76667" y1="74444" x2="76667" y2="74444"/>
                        <a14:foregroundMark x1="43000" y1="76667" x2="43000" y2="83778"/>
                        <a14:foregroundMark x1="40167" y1="38444" x2="40167" y2="38444"/>
                        <a14:foregroundMark x1="28667" y1="34889" x2="28667" y2="34889"/>
                        <a14:foregroundMark x1="74333" y1="83778" x2="74333" y2="83778"/>
                        <a14:foregroundMark x1="86667" y1="89111" x2="86667" y2="89111"/>
                        <a14:foregroundMark x1="86167" y1="88889" x2="86667" y2="90667"/>
                        <a14:backgroundMark x1="90167" y1="89111" x2="90167" y2="89111"/>
                        <a14:backgroundMark x1="90167" y1="90444" x2="90167" y2="90444"/>
                        <a14:backgroundMark x1="89667" y1="92444" x2="89667" y2="92444"/>
                        <a14:backgroundMark x1="89667" y1="90444" x2="89667" y2="94222"/>
                        <a14:backgroundMark x1="88438" y1="89819" x2="90500" y2="91556"/>
                        <a14:backgroundMark x1="42833" y1="19333" x2="42833" y2="19333"/>
                        <a14:backgroundMark x1="42833" y1="19333" x2="49167" y2="21778"/>
                        <a14:backgroundMark x1="50333" y1="36889" x2="49500" y2="40000"/>
                        <a14:backgroundMark x1="63000" y1="44444" x2="58333" y2="45556"/>
                        <a14:backgroundMark x1="30833" y1="48222" x2="26333" y2="44444"/>
                        <a14:backgroundMark x1="24333" y1="41556" x2="21167" y2="36444"/>
                        <a14:backgroundMark x1="32000" y1="34222" x2="32000" y2="34222"/>
                        <a14:backgroundMark x1="40167" y1="31111" x2="40167" y2="31111"/>
                        <a14:backgroundMark x1="31667" y1="36889" x2="31667" y2="36889"/>
                        <a14:backgroundMark x1="31333" y1="36222" x2="34000" y2="35778"/>
                        <a14:backgroundMark x1="33333" y1="36444" x2="32833" y2="38000"/>
                        <a14:backgroundMark x1="32833" y1="35333" x2="33167" y2="38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6131" y="305886"/>
            <a:ext cx="3420152" cy="25651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A94B23F-0707-4286-94C3-FB0080BDF6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6282" y="305885"/>
            <a:ext cx="2565113" cy="2565113"/>
          </a:xfrm>
          <a:prstGeom prst="rect">
            <a:avLst/>
          </a:prstGeom>
        </p:spPr>
      </p:pic>
      <p:pic>
        <p:nvPicPr>
          <p:cNvPr id="18" name="Picture 17" descr="File:Toyota Research Institute Logo Square.png - Wikimedia Commons">
            <a:extLst>
              <a:ext uri="{FF2B5EF4-FFF2-40B4-BE49-F238E27FC236}">
                <a16:creationId xmlns:a16="http://schemas.microsoft.com/office/drawing/2014/main" id="{9BFE9F37-9585-E707-90EA-6E9D1C840E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-28517"/>
            <a:ext cx="3272852" cy="3272852"/>
          </a:xfrm>
          <a:prstGeom prst="rect">
            <a:avLst/>
          </a:prstGeom>
        </p:spPr>
      </p:pic>
      <p:pic>
        <p:nvPicPr>
          <p:cNvPr id="19" name="Picture 18" descr="NASA Logo | NASA Global Precipitation Measurement Mission">
            <a:extLst>
              <a:ext uri="{FF2B5EF4-FFF2-40B4-BE49-F238E27FC236}">
                <a16:creationId xmlns:a16="http://schemas.microsoft.com/office/drawing/2014/main" id="{A835C858-B453-6918-22D5-364D34672B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8852" y="555463"/>
            <a:ext cx="2490554" cy="206595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E4BA576-75AC-9A08-8CB1-8A6B6DC73BD2}"/>
              </a:ext>
            </a:extLst>
          </p:cNvPr>
          <p:cNvSpPr txBox="1"/>
          <p:nvPr/>
        </p:nvSpPr>
        <p:spPr>
          <a:xfrm>
            <a:off x="2975547" y="3240586"/>
            <a:ext cx="62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A5A12136-211C-178F-D9BE-0AFD78330C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49880" y="2680800"/>
            <a:ext cx="2460552" cy="1201106"/>
          </a:xfrm>
          <a:prstGeom prst="rect">
            <a:avLst/>
          </a:prstGeom>
        </p:spPr>
      </p:pic>
      <p:pic>
        <p:nvPicPr>
          <p:cNvPr id="26" name="Picture 25" descr="Intuitive Machines, LLC - Space Foundation">
            <a:extLst>
              <a:ext uri="{FF2B5EF4-FFF2-40B4-BE49-F238E27FC236}">
                <a16:creationId xmlns:a16="http://schemas.microsoft.com/office/drawing/2014/main" id="{0748D68C-5D93-C09A-B232-ECC7193962A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61763" y="4028221"/>
            <a:ext cx="2800482" cy="1002573"/>
          </a:xfrm>
          <a:prstGeom prst="rect">
            <a:avLst/>
          </a:prstGeom>
        </p:spPr>
      </p:pic>
      <p:pic>
        <p:nvPicPr>
          <p:cNvPr id="27" name="Picture 26" descr="File:Alstom logo.svg - Wikimedia Commons">
            <a:extLst>
              <a:ext uri="{FF2B5EF4-FFF2-40B4-BE49-F238E27FC236}">
                <a16:creationId xmlns:a16="http://schemas.microsoft.com/office/drawing/2014/main" id="{B8FCFEEE-AAF3-14EA-EF59-83E336035A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336" y="3240586"/>
            <a:ext cx="3634764" cy="1001453"/>
          </a:xfrm>
          <a:prstGeom prst="rect">
            <a:avLst/>
          </a:prstGeom>
        </p:spPr>
      </p:pic>
      <p:pic>
        <p:nvPicPr>
          <p:cNvPr id="28" name="Picture 27" descr="Michelin Logo and symbol, meaning, history, PNG, brand">
            <a:extLst>
              <a:ext uri="{FF2B5EF4-FFF2-40B4-BE49-F238E27FC236}">
                <a16:creationId xmlns:a16="http://schemas.microsoft.com/office/drawing/2014/main" id="{E48960BD-912E-EAC3-9ADC-D12CC531FF2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40589" y="2870998"/>
            <a:ext cx="2460552" cy="1384060"/>
          </a:xfrm>
          <a:prstGeom prst="rect">
            <a:avLst/>
          </a:prstGeom>
        </p:spPr>
      </p:pic>
      <p:pic>
        <p:nvPicPr>
          <p:cNvPr id="29" name="Picture 28" descr="University of Wisconsin logo and symbol, meaning, history, PNG">
            <a:extLst>
              <a:ext uri="{FF2B5EF4-FFF2-40B4-BE49-F238E27FC236}">
                <a16:creationId xmlns:a16="http://schemas.microsoft.com/office/drawing/2014/main" id="{323E98C4-0E29-79EF-4AB4-4F1A166226B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75270" y="2822283"/>
            <a:ext cx="2800481" cy="157527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913C7833-18A8-4E5F-37DF-6B4E98C6C2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1149" y="4611624"/>
            <a:ext cx="2073109" cy="2073109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B0A0A6E-5906-61B6-7877-4ED2F3E668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453562" y="4642833"/>
            <a:ext cx="1940490" cy="1940490"/>
          </a:xfrm>
          <a:prstGeom prst="rect">
            <a:avLst/>
          </a:prstGeom>
        </p:spPr>
      </p:pic>
      <p:pic>
        <p:nvPicPr>
          <p:cNvPr id="38" name="Picture 37" descr="File:Seal of the United States Department of Transportation - Alternate  Version.svg - Wikimedia Commons">
            <a:extLst>
              <a:ext uri="{FF2B5EF4-FFF2-40B4-BE49-F238E27FC236}">
                <a16:creationId xmlns:a16="http://schemas.microsoft.com/office/drawing/2014/main" id="{FF204AB7-5508-4143-2F8A-DB5196A8B42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34780" y="4663126"/>
            <a:ext cx="1971914" cy="1971914"/>
          </a:xfrm>
          <a:prstGeom prst="rect">
            <a:avLst/>
          </a:prstGeom>
        </p:spPr>
      </p:pic>
      <p:pic>
        <p:nvPicPr>
          <p:cNvPr id="39" name="Picture 38" descr="File:National Highway Traffic Safety Administration logo.svg - Wikimedia  Commons">
            <a:extLst>
              <a:ext uri="{FF2B5EF4-FFF2-40B4-BE49-F238E27FC236}">
                <a16:creationId xmlns:a16="http://schemas.microsoft.com/office/drawing/2014/main" id="{966BA6F4-81E7-8AE5-1A31-1F5246705B3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12875" y="5268441"/>
            <a:ext cx="5101652" cy="120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843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</Words>
  <Application>Microsoft Macintosh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Nvidia J. ZHOU</dc:creator>
  <cp:lastModifiedBy>Nvidia J. ZHOU</cp:lastModifiedBy>
  <cp:revision>1</cp:revision>
  <dcterms:created xsi:type="dcterms:W3CDTF">2026-05-17T03:38:16Z</dcterms:created>
  <dcterms:modified xsi:type="dcterms:W3CDTF">2026-05-17T03:56:40Z</dcterms:modified>
</cp:coreProperties>
</file>